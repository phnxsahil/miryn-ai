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MIRYN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6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Identity-First Conversational Architecture with Persistent Memory, Reflection, and Persona 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B.Tech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ER design, workflow, implementation, and sad-vs-confident user evaluation</a:t>
            </a:r>
            <a:endParaRPr lang="en-US" sz="1400" dirty="0"/>
          </a:p>
        </p:txBody>
      </p:sp>
      <p:pic>
        <p:nvPicPr>
          <p:cNvPr id="7" name="Image 0" descr="D:\Projects\MirynAI-Production\Miryn-AI\reports\thesis\generated_assets\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502920"/>
            <a:ext cx="5669280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411480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13203A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4187952"/>
            <a:ext cx="10707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idea: Miryn should not behave like a stateless chatbot. It should remember, reflect, adapt, and expose identity evolution over time.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5138928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5212080"/>
            <a:ext cx="107076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presentation summarizes the final implemented system, including compare workspace, persona drill-down views, report generation, and performance cleanup.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MIRYN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 and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566928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conversational AI systems are fluent but stateless. They answer the current turn well but do not preserve a meaningful model of the user's longer trajectory.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causes contextual amnesia: users must restate history, emotional patterns are forgotten, and recurring concerns are treated as isolated fresh events.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companion-style AI, this is not a small UX flaw. It breaks trust, continuity, and the sense of being known over time.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Miryn was built to make identity, memory, and reflection first-class runtime components rather than side notes around a chat box.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92240" y="13258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1968" y="1399032"/>
            <a:ext cx="4809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outcome: an AI system that can remember what matters, update who the user seems to be, and visibly show that evolution through dashboards and comparison views.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395728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2468880"/>
            <a:ext cx="48097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framing: Miryn is not just retrieval-augmented generation. It is an identity-first architecture with persistent state, reflective analytics, and longitudinal differentiation.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3675888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3749040"/>
            <a:ext cx="4809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thesis demonstration: compare a sad / vulnerable user and a confident / working user to show that the same system builds different identity trajectories.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 and Key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576072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memory storage across sessions using transient, episodic, and core identity-aware layers.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identity engine capturing traits, values, beliefs, open loops, emotional traces, and conflicts.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 with dedicated chat, analytics, identity, memory, and compare/report endpoints.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surfaces for chat, identity, memory, and a thesis-oriented compare workspace.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comparative report generation for seeded personas to support evaluation and screenshots.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cleanup so reflection and non-critical analytics do not block first-response chat latency.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325880"/>
          <a:ext cx="5166360" cy="452628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Contribution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Implemented outcome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Comparison workspace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Side-by-side persona overview, charts, narrative report, and drill-down links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 drill-down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Read-only identity, memory, and past-conversation pages for each demo account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Streaming repair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Chat stream and event stream routes restored to match frontend expectations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Thesis artifact layer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Long PDF report, prompt screenshots, code screenshots, and presentation assets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generated_assets\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40080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9480" y="1325880"/>
            <a:ext cx="42976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 Next.js App Router with chat, identity, memory, compare, and persona detail surfaces.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Backend: FastAPI orchestrates authentication, context retrieval, LLM calls, and persistence.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services: orchestrator, memory layer, identity engine, reflection engine, and LLM service.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layer: PostgreSQL or local SQLite compatibility with identity evolution logging.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 and eventing: Redis-backed queues and event streams for deferred reflection and updates.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58368" y="525780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5330952"/>
            <a:ext cx="10661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thesis: the same user message path can stay fast while deeper reflective work happens in the background.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Message Processing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generated_assets\work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34440"/>
            <a:ext cx="548640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1371600"/>
            <a:ext cx="4572000" cy="4434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User submits a message through chat UI.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Chat API validates session and conversation ownership.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Orchestrator loads identity and fetches relevant memory context.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LLM service builds a dynamic prompt using identity state plus context.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Assistant response is streamed to the frontend.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DS inference and reflection continue after the visible reply path.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92240" y="548640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5559552"/>
            <a:ext cx="4443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decision: reflection, conflict detection, and secondary panels were moved off the critical path so the first useful token arrives earlier.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Relationship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generated_assets\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758952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417320"/>
            <a:ext cx="342900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user owns conversations, messages, identity versions, and onboarding responses.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are tied both to conversation history and user-level retrieval through embeddings and importance scores.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versions are append-oriented rather than destructive updates, which allows temporal analysis.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evolution is stored as a log so field-level change can be inspected later.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Three-Tier Memory and Identity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generated_assets\memory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34440"/>
            <a:ext cx="548640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371600"/>
            <a:ext cx="480060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Transient memory keeps immediate conversation accessible with very low friction.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Episodic memory stores semantically retrievable message history for short- to medium-term recall.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memory stores the user's more stable semantic anchors: beliefs, open loops, patterns, and emotionally important themes.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snapshots unify these into a versioned user model that can be reused before every future response.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13232" y="480060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73752"/>
            <a:ext cx="10296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retrieval = semantic similarity + temporal relevance + importance weighting. The goal is not to recall everything, but to recall what matters now.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+ FRONTEND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Implementation Modules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18520" cy="324612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6400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Module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 in the system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Conversation Orchestrator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services/orchestrator.py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Coordinates identity load, memory retrieval, LLM response, storage, and reflection queueing.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 Service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services/llm_service.py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Builds system prompts from identity and context, supports chat and streaming.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Memory Layer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services/memory_layer.py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Stores and retrieves transient, semantic, and important memories.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Engine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services/identity_engine.py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Maintains versioned identity snapshots and related substructures.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 Workspace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components/Compare/*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Shows charts, differences, report narrative, and links into persona-specific views.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2648" y="4892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2648" y="5138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compare/demo implementation is not a detached side project. It is built directly on the same identity, memory, chat, and analytics foundations as the main application.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823960" y="489204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33688" y="4965192"/>
            <a:ext cx="2478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important for the viva: the thesis evidence surface is part of the real product stack, not an isolated mockup.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Surfaces and Compare Workspace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chat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349240" cy="2514600"/>
          </a:xfrm>
          <a:prstGeom prst="rect">
            <a:avLst/>
          </a:prstGeom>
        </p:spPr>
      </p:pic>
      <p:pic>
        <p:nvPicPr>
          <p:cNvPr id="6" name="Image 1" descr="D:\Projects\MirynAI-Production\Miryn-AI\reports\thesis\identity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349240" cy="2514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808" y="4069080"/>
            <a:ext cx="106984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view: main interaction surface with streaming responses and deferred insights.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view: inspectable state including traits, values, beliefs, loops, and emotional patterns.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view: stored message clusters across different retrieval categories.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workspace: thesis-facing route for side-by-side persona evaluation and screenshot capture.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 detail pages: read-only identity, memory, and history views for each seeded user.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Personas: Sad User vs Confident Working User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349240" cy="411480"/>
          </a:xfrm>
          <a:prstGeom prst="roundRect">
            <a:avLst>
              <a:gd name="adj" fmla="val 1777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99032"/>
            <a:ext cx="5129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 A - Vulnerable Soul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521208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Emotionally burdened, grief-heavy, lower confidence.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Talks through atmosphere, loneliness, sleep disruption, and meaning.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validation, gentler pacing, and memory of emotionally important prior disclosures.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whether Miryn can preserve continuity of care rather than generic empathy.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99632" y="132588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99032"/>
            <a:ext cx="5084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 B - High Performer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828800"/>
            <a:ext cx="516636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Confident, action-oriented, and project-focused.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Talks through sprints, launch pressure, hiring, deployment, and execution risk.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strategic continuity, prioritization support, and retrieval of project-relevant history.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whether Miryn can preserve momentum and operational context rather than only emotional tone.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3232" y="516636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239512"/>
            <a:ext cx="105247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pair matters: the same architecture should produce different identity evolution for different user styles. Otherwise the system is only storing transcripts, not modeling users.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Comparison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generated_assets\persona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6537960" cy="40690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463040"/>
          <a:ext cx="3794760" cy="260604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143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Sad persona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Confident persona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Sadness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Semantic drift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 stability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Goal focus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498080" y="4343400"/>
            <a:ext cx="38404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sadness and broader drift in Persona A indicate a more emotionally expansive evolving model.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confidence and stronger goal focus in Persona B indicate a narrower but more execution-stable model.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key proof that Miryn's internal state diverges in meaningful ways across users.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+ INTERPRETATION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Evolution Over Time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generated_assets\drift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34440"/>
            <a:ext cx="6400800" cy="37947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417320"/>
          <a:ext cx="4069080" cy="2971800"/>
        </p:xfrm>
        <a:graphic>
          <a:graphicData uri="http://schemas.openxmlformats.org/drawingml/2006/table">
            <a:tbl>
              <a:tblPr/>
              <a:tblGrid>
                <a:gridCol w="1417320"/>
                <a:gridCol w="128016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Dimension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 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 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Dominant memory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Emotion-rich and grief-linked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Goal-linked and technical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Pattern style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 seeking and metaphor heavy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 decomposition and observability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 loops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Loneliness, sleep, personal meaning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Launch, latency, deployment, benchmarks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Miryn tone shift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Validating, slower, reflective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Strategic, concise, energetic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0" y="47091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24928" y="4782312"/>
            <a:ext cx="3895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Persona A forces Miryn to widen its model through recurring emotional reinterpretation, while Persona B converges around strategic continuity and measurable execution.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MIRYN CHANGES ITS 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Adaptation and Conversation Evidence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generated_assets\sad_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88720"/>
            <a:ext cx="5486400" cy="2148840"/>
          </a:xfrm>
          <a:prstGeom prst="rect">
            <a:avLst/>
          </a:prstGeom>
        </p:spPr>
      </p:pic>
      <p:pic>
        <p:nvPicPr>
          <p:cNvPr id="6" name="Image 1" descr="D:\Projects\MirynAI-Production\Miryn-AI\reports\thesis\generated_assets\confident_prom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257800" cy="2148840"/>
          </a:xfrm>
          <a:prstGeom prst="rect">
            <a:avLst/>
          </a:prstGeom>
        </p:spPr>
      </p:pic>
      <p:pic>
        <p:nvPicPr>
          <p:cNvPr id="7" name="Image 2" descr="D:\Projects\MirynAI-Production\Miryn-AI\reports\thesis\generated_assets\sad_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11880"/>
            <a:ext cx="5486400" cy="2377440"/>
          </a:xfrm>
          <a:prstGeom prst="rect">
            <a:avLst/>
          </a:prstGeom>
        </p:spPr>
      </p:pic>
      <p:pic>
        <p:nvPicPr>
          <p:cNvPr id="8" name="Image 3" descr="D:\Projects\MirynAI-Production\Miryn-AI\reports\thesis\generated_assets\confident_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11880"/>
            <a:ext cx="52578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 IN THE REPO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Evidence: Code Snippets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D:\Projects\MirynAI-Production\Miryn-AI\reports\thesis\images\code_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703320" cy="1965960"/>
          </a:xfrm>
          <a:prstGeom prst="rect">
            <a:avLst/>
          </a:prstGeom>
        </p:spPr>
      </p:pic>
      <p:pic>
        <p:nvPicPr>
          <p:cNvPr id="6" name="Image 1" descr="D:\Projects\MirynAI-Production\Miryn-AI\reports\thesis\images\code_sq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234440"/>
            <a:ext cx="3703320" cy="1965960"/>
          </a:xfrm>
          <a:prstGeom prst="rect">
            <a:avLst/>
          </a:prstGeom>
        </p:spPr>
      </p:pic>
      <p:pic>
        <p:nvPicPr>
          <p:cNvPr id="7" name="Image 2" descr="D:\Projects\MirynAI-Production\Miryn-AI\reports\thesis\images\code_re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234440"/>
            <a:ext cx="3246120" cy="19659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9808" y="3611880"/>
            <a:ext cx="1069848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route evidence: shows the live event delivery path expected by the frontend.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/ vector evidence: shows message storage, embeddings, and retrieval-oriented database design.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evidence: shows the compare/report UI styling logic used for visual analytics components.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 these snippets demonstrate that architecture, storage, and UI were all implemented rather than only described.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Results, Limitations, and 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7840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325880"/>
          <a:ext cx="10972800" cy="3154680"/>
        </p:xfrm>
        <a:graphic>
          <a:graphicData uri="http://schemas.openxmlformats.org/drawingml/2006/table">
            <a:tbl>
              <a:tblPr/>
              <a:tblGrid>
                <a:gridCol w="1280160"/>
                <a:gridCol w="457200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status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 step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 demo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Implemented with seeded personas, charts, and report generation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Deploy publicly for external review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Persona drill-down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Implemented for identity, memory, and conversation history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 richer filters and export options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Chat performance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 path trimmed and streaming repaired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Further production latency testing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Deployment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thesis/demo build validated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Railway + frontend hosting handoff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depth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prototype and thesis evidence surfaces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 user study and correction loops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9808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strongest as an identity-aware research prototype with unusually inspectable internal state.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clearest proof point is that two different personas produce two different trajectories, not merely different word choices.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major milestone is deployment and evaluation with real longitudinal users.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Miryn AI demonstrates how memory, identity, and reflection can be integrated into a companion-style conversational system in a way that is inspectable, comparable, and technically grounded.</a:t>
            </a:r>
            <a:endParaRPr lang="en-US" sz="1800" dirty="0"/>
          </a:p>
        </p:txBody>
      </p:sp>
      <p:pic>
        <p:nvPicPr>
          <p:cNvPr id="4" name="Image 0" descr="D:\Projects\MirynAI-Production\Miryn-AI\reports\thesis\generated_assets\persona_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914400"/>
            <a:ext cx="507492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425196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" y="4325112"/>
            <a:ext cx="10707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viva line: Miryn is not just a chatbot with memory. It is an identity-first system that changes its future behavior by storing and interpreting what the user becomes over time.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349240"/>
            <a:ext cx="10927080" cy="566928"/>
          </a:xfrm>
          <a:prstGeom prst="roundRect">
            <a:avLst>
              <a:gd name="adj" fmla="val 12903"/>
            </a:avLst>
          </a:prstGeom>
          <a:solidFill>
            <a:srgbClr val="13203A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5422392"/>
            <a:ext cx="1070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FC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prepared from the implemented project, final report artifacts, and generated thesis visuals.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Miryn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Miryn AI Final BTech Presentation</dc:title>
  <dc:subject>Final BTech Presentation</dc:subject>
  <dc:creator>OpenAI Codex</dc:creator>
  <cp:lastModifiedBy>OpenAI Codex</cp:lastModifiedBy>
  <cp:revision>1</cp:revision>
  <dcterms:created xsi:type="dcterms:W3CDTF">2026-04-29T14:06:00Z</dcterms:created>
  <dcterms:modified xsi:type="dcterms:W3CDTF">2026-04-29T14:06:00Z</dcterms:modified>
</cp:coreProperties>
</file>