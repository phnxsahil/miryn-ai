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github.com/phnxsahil/Miryn-AI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SYSTEM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proposal deck described MIRYN AI as a persistent memory and identity framework. The implemented system now includes a working compare workspace, persona drill-down pages, deterministic reporting, and streaming route repair.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architecture is centered on four interacting layers: frontend surfaces, FastAPI orchestration, memory + identity services, and background reflection / event delivery.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extension adds the implementation evidence that was missing from the earlier deck: actual system diagrams, database view, persona comparison, prompt behavior, and final thesis artifacts.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380744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frontend routes: /chat, /identity, /memory, /compare, /compare/persona/[userId]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203704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backend endpoints: auth, chat, streaming, analytics, compare, report, memory, identity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4937760" cy="749808"/>
          </a:xfrm>
          <a:prstGeom prst="roundRect">
            <a:avLst>
              <a:gd name="adj" fmla="val 487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026664"/>
            <a:ext cx="4791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thesis artifacts: 47-page PDF report, prompt screenshots, code screenshots, ER diagram, and final presentation assets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4937760" cy="841248"/>
          </a:xfrm>
          <a:prstGeom prst="roundRect">
            <a:avLst>
              <a:gd name="adj" fmla="val 4348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032504"/>
            <a:ext cx="4791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focus: showing that different users cause different internal identity trajectories, not just different wording in chat replies.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from implemented 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7406640" cy="4251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83880" y="1234440"/>
            <a:ext cx="31546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hosts the user-facing surfaces for chat, identity, memory, and compare.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 act as the application boundary and pass requests into orchestrator-driven service logic.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manage context retrieval, identity state, prompt construction, and memory persistence.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and workers allow reflection and events to happen after the visible response path.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from implemented 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WORKFLOW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78992"/>
            <a:ext cx="5669280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325880"/>
            <a:ext cx="429768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arrives through the chat UI and is validated by the backend.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loads identity and retrieves memory before the LLM call.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streamed first so the chat experience remains responsive.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that does Miryn continue with DS inference, event publication, and reflection updates.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48272" y="5577840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21424" y="5632704"/>
            <a:ext cx="4288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 in final build: reflection and non-critical analytics were moved off the first-token path.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backend models + schema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7955280" cy="4983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41080" y="1280160"/>
            <a:ext cx="274320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own conversations, messages, identity versions, and onboarding 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store role, content, embeddings, importance score, and idempotency metadata.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versions are append-oriented and linked to evolution logs for state-change inspection.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memory_layer.py and identity_engine.py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MEMORY + IDENTITY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memory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52144"/>
            <a:ext cx="5989320" cy="34015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1298448"/>
            <a:ext cx="429768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memory supports immediate continuity inside an active session.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stores semantically retrievable history for recent recall.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 memory stores beliefs, open loops, patterns, emotions, and conflict traces.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snapshots unify these into a stable state used before every future response.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" y="5074920"/>
            <a:ext cx="10424160" cy="64008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129784"/>
            <a:ext cx="10277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balances semantic similarity, temporal relevance, and importance rather than treating every old message equally.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implemented compare pages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WORKSPACE AND PERSONA DRILL-DOWN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chat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24712"/>
            <a:ext cx="5212080" cy="2377440"/>
          </a:xfrm>
          <a:prstGeom prst="rect">
            <a:avLst/>
          </a:prstGeom>
        </p:spPr>
      </p:pic>
      <p:pic>
        <p:nvPicPr>
          <p:cNvPr id="10" name="Image 1" descr="D:\Projects\MirynAI-Production\Miryn-AI\reports\thesis\identity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124712"/>
            <a:ext cx="521208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86200"/>
            <a:ext cx="10424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compare workspace acts as the thesis evaluation surface rather than forcing screenshots out of raw developer views.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can be opened separately in identity, memory, or past-conversation mode for evidence capture.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architecture inspectable and presentable to a supervisor or viva panel.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seeded demo personas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USER VS CONFIDENT WORKING USER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5120640" cy="384048"/>
          </a:xfrm>
          <a:prstGeom prst="roundRect">
            <a:avLst>
              <a:gd name="adj" fmla="val 9524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8930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 - Vulnerable Soul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50292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burdened, grief-heavy, lower confidence.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through loneliness, atmosphere, sleep disruption, and personal meaning.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should answer with slower pacing, gentler reflection, and memory of emotionally important prior context.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28930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B - High Performer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project-focused, and execution-oriented.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through launch planning, hiring, deployment, latency, and measurable progress.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should answer with concise strategic continuity and stronger action orientation.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754880"/>
            <a:ext cx="10424160" cy="73152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809744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value of this comparison: the same system must produce different evolving internal models, not only different surface tones.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 analytics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COMPARISON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persona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6492240" cy="39319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325880"/>
          <a:ext cx="356616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98080" y="4343400"/>
            <a:ext cx="3703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emotional salience and drift in Persona A indicate a broader and more emotionally reinterpreted identity trajectory.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 and goal focus in Persona B indicate a more convergent operational identity path.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compare report artifacts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EVOLUTION AND PROMPT ADAPTATION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drift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5394960" cy="3154680"/>
          </a:xfrm>
          <a:prstGeom prst="rect">
            <a:avLst/>
          </a:prstGeom>
        </p:spPr>
      </p:pic>
      <p:pic>
        <p:nvPicPr>
          <p:cNvPr id="10" name="Image 1" descr="D:\Projects\MirynAI-Production\Miryn-AI\reports\thesis\generated_assets\sad_pro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97280"/>
            <a:ext cx="4983480" cy="1965960"/>
          </a:xfrm>
          <a:prstGeom prst="rect">
            <a:avLst/>
          </a:prstGeom>
        </p:spPr>
      </p:pic>
      <p:pic>
        <p:nvPicPr>
          <p:cNvPr id="11" name="Image 2" descr="D:\Projects\MirynAI-Production\Miryn-AI\reports\thesis\generated_assets\confident_prom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246120"/>
            <a:ext cx="4983480" cy="1965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8368" y="5440680"/>
            <a:ext cx="10469880" cy="566928"/>
          </a:xfrm>
          <a:prstGeom prst="roundRect">
            <a:avLst>
              <a:gd name="adj" fmla="val 6452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495544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changes not only its wording but also its memory priorities, pacing, and conversational objective for the two personas.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local validated thesis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EVIDENCE, LIMITATIONS, AND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images\code_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15568"/>
            <a:ext cx="3429000" cy="1828800"/>
          </a:xfrm>
          <a:prstGeom prst="rect">
            <a:avLst/>
          </a:prstGeom>
        </p:spPr>
      </p:pic>
      <p:pic>
        <p:nvPicPr>
          <p:cNvPr id="10" name="Image 1" descr="D:\Projects\MirynAI-Production\Miryn-AI\reports\thesis\images\code_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115568"/>
            <a:ext cx="3429000" cy="1828800"/>
          </a:xfrm>
          <a:prstGeom prst="rect">
            <a:avLst/>
          </a:prstGeom>
        </p:spPr>
      </p:pic>
      <p:pic>
        <p:nvPicPr>
          <p:cNvPr id="11" name="Image 2" descr="D:\Projects\MirynAI-Production\Miryn-AI\reports\thesis\images\code_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115568"/>
            <a:ext cx="2743200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3337560"/>
            <a:ext cx="104241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is now best described as a strong local thesis-demo build with real identity, memory, comparison, and report surfaces implemented end to end.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limitation is deployment maturity: local validation is strong, but public environment wiring still remains a next step.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conclusion: Miryn demonstrates that an identity-first conversational architecture can move beyond stateless chat and show different user trajectories in a structured, inspectable form.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BTECH-86 Extended Miryn Deck</dc:title>
  <dc:subject>Miryn AI Extended Slides</dc:subject>
  <dc:creator>OpenAI Codex</dc:creator>
  <cp:lastModifiedBy>OpenAI Codex</cp:lastModifiedBy>
  <cp:revision>1</cp:revision>
  <dcterms:created xsi:type="dcterms:W3CDTF">2026-04-29T14:13:59Z</dcterms:created>
  <dcterms:modified xsi:type="dcterms:W3CDTF">2026-04-29T14:13:59Z</dcterms:modified>
</cp:coreProperties>
</file>